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6B6F5-CD28-4206-8946-C5B217148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0827F2-2C54-4FFE-90E5-B16E904A9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26B6DA-E07D-47D3-BDB6-289E7524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4A367C-0F1D-4B2A-A525-97623559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AE5073-51EB-4F67-BF3F-525EBB84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812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FF684-0B7E-482F-828D-E483A2F6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00F19E-B85C-407B-B269-B7A675908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94A022-0296-42AD-AFD4-E6C7E710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98A122-39BC-482E-BBB8-CA1D6040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D3730-597A-4018-8637-F3A67EE4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273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7D68E-3913-42AD-B7B4-35417967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CFD862-DEDF-4D7C-8C37-5013697EB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BC8E7B-D405-4BFA-8BA9-D6CED70F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733D6-E6FA-40B1-A07D-A7124928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F2C167-CC3E-43E4-AAEB-216EDD95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847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3D86D-9D2C-4EF2-8015-37DF877C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9A0C9-C1DD-4A31-A03E-AF2D74E40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BCAACF-3A8C-4533-ACB6-265CCB250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B10592-FF0F-42CF-BDE1-363D11E1F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BA4D27-1AD4-4B71-9328-F62EBD1F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91EC57-E88C-4A4E-89F4-10F98D84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72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720E5-013D-4C73-9487-BB53B7A50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148772-E7F1-4DEB-A936-B5F39AFFF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80CF25-5CE2-49A0-8449-E40E0C852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46A774-B391-4D8F-9273-5F19ED892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C50CCF-2173-49C8-85BF-2C601F85F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7D2D6A0-5B28-4A08-8797-00553660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704CF0-0BBD-4993-89CF-5D9C5462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278BD4-8ABC-4CE9-8A37-DA683375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46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A27F4-298E-483A-B605-79455A92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DB1FE1-1342-41C2-90D2-835F1313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91BCD03-BA42-42B3-867E-DC7A78B9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C438B4-EB3C-4134-97CA-9E8122CC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878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150F0E-F088-43CB-9596-2993D85E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C6BB35-355F-465E-B4C0-1EAEEC6A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2CEFAA-E892-4F6B-B2C0-282BB8F7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18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37BEF-F699-4CC0-9330-99CF5963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A1EA97-BD26-438A-A2AF-D4F0E949F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24A053-4B62-4AE8-A818-DCD8977AE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820694-CD6E-442F-986A-88F9CF0C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50701E-55BA-43A5-8DF2-36B929B8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ED0803-16C1-46F2-9BDD-1CF41E31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96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78F1B-BAB9-4433-9FCA-500D55741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98BABE-DAA0-4190-ABFE-08C9B57EC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12FBE1-4269-4589-972F-C6C29673D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6FA474-A47F-4A98-8E3B-6C3CD7D7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7A4D61-62E5-41D4-98CF-312B592D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7317A9-13DE-422C-9817-EDA3435D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57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6C43D-244C-4C03-85D3-653A0F030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DE7F1E-86DB-4CC7-96FA-F4917D202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851C05-C9FE-4DD2-8908-EB9C16ED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2AA357-FEE0-445A-A454-B2B32CAB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53FD4A-A66E-47D0-A829-3C3A047B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07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BD6B88-156C-46C0-919E-5614F6DF7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A6AF85-C4DB-4A8E-940F-0AF4FB789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D01984-8EA8-4B80-8DFA-E27061DA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6C55EF-9D10-451D-A088-5C867CDA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EB7085-9779-47B7-88AF-6DCF7ED0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95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FA4E27-F0AD-4F94-8FD0-32F670D70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B9E497-4E33-41E3-AEB5-E479C1B62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99BC2B-03AE-4647-8D61-E25F9AED9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25660-9F42-4345-89B7-FF63F1CF2E93}" type="datetimeFigureOut">
              <a:rPr lang="pt-BR" smtClean="0"/>
              <a:t>26/11/2025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8B129A-9069-4D88-B5C1-8440A4827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9975E1-934E-4B22-ABDF-4C4DC5AE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CCF06-7140-40D0-993E-6EAF64C49A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53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lgborges/Programacao-em-Python-SENAI-Projeto-Fin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CC898-EE2B-486F-9810-28574EF3E3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XYZ Comércio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A6C804-89E6-4945-83DA-39706E60C9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Sistema de CRM</a:t>
            </a:r>
          </a:p>
        </p:txBody>
      </p:sp>
    </p:spTree>
    <p:extLst>
      <p:ext uri="{BB962C8B-B14F-4D97-AF65-F5344CB8AC3E}">
        <p14:creationId xmlns:p14="http://schemas.microsoft.com/office/powerpoint/2010/main" val="608505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755CA-F2BE-4C49-9753-B70AE708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589329-FB31-43C1-881B-B0015F101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Criação de sistema para auxiliar no gerenciamento da base de clientes da XYZ Comércio</a:t>
            </a:r>
          </a:p>
        </p:txBody>
      </p:sp>
    </p:spTree>
    <p:extLst>
      <p:ext uri="{BB962C8B-B14F-4D97-AF65-F5344CB8AC3E}">
        <p14:creationId xmlns:p14="http://schemas.microsoft.com/office/powerpoint/2010/main" val="348398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CA17F-752B-40CA-8EAE-A6C03F10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C5E6F-5FEA-48D5-9485-F333A0B1F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Python</a:t>
            </a:r>
          </a:p>
          <a:p>
            <a:pPr lvl="1"/>
            <a:r>
              <a:rPr lang="pt-BR" b="0" dirty="0">
                <a:effectLst/>
                <a:latin typeface="Consolas" panose="020B0609020204030204" pitchFamily="49" charset="0"/>
              </a:rPr>
              <a:t>Sqlite3</a:t>
            </a:r>
          </a:p>
          <a:p>
            <a:pPr lvl="1"/>
            <a:r>
              <a:rPr lang="pt-BR" b="0" dirty="0" err="1">
                <a:effectLst/>
                <a:latin typeface="Consolas" panose="020B0609020204030204" pitchFamily="49" charset="0"/>
              </a:rPr>
              <a:t>tkinter</a:t>
            </a:r>
            <a:endParaRPr lang="pt-BR" b="0" dirty="0">
              <a:effectLst/>
              <a:latin typeface="Consolas" panose="020B0609020204030204" pitchFamily="49" charset="0"/>
            </a:endParaRPr>
          </a:p>
          <a:p>
            <a:pPr lvl="1"/>
            <a:r>
              <a:rPr lang="pt-BR" b="0" dirty="0" err="1">
                <a:effectLst/>
                <a:latin typeface="Consolas" panose="020B0609020204030204" pitchFamily="49" charset="0"/>
              </a:rPr>
              <a:t>ttk</a:t>
            </a:r>
            <a:endParaRPr lang="pt-BR" b="0" dirty="0">
              <a:effectLst/>
              <a:latin typeface="Consolas" panose="020B0609020204030204" pitchFamily="49" charset="0"/>
            </a:endParaRPr>
          </a:p>
          <a:p>
            <a:pPr lvl="1"/>
            <a:r>
              <a:rPr lang="pt-BR" b="0" dirty="0" err="1">
                <a:effectLst/>
                <a:latin typeface="Consolas" panose="020B0609020204030204" pitchFamily="49" charset="0"/>
              </a:rPr>
              <a:t>messagebox</a:t>
            </a:r>
            <a:endParaRPr lang="pt-BR" b="0" dirty="0">
              <a:effectLst/>
              <a:latin typeface="Consolas" panose="020B0609020204030204" pitchFamily="49" charset="0"/>
            </a:endParaRPr>
          </a:p>
          <a:p>
            <a:pPr lvl="1"/>
            <a:r>
              <a:rPr lang="pt-BR" b="0" dirty="0" err="1">
                <a:effectLst/>
                <a:latin typeface="Consolas" panose="020B0609020204030204" pitchFamily="49" charset="0"/>
              </a:rPr>
              <a:t>customtkinter</a:t>
            </a:r>
            <a:endParaRPr lang="pt-BR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206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81C2E-0BD9-4261-93B3-F4C2EF3B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Repositório</a:t>
            </a:r>
            <a:br>
              <a:rPr lang="pt-BR" dirty="0"/>
            </a:br>
            <a:r>
              <a:rPr lang="pt-BR" sz="1200" dirty="0">
                <a:hlinkClick r:id="rId2"/>
              </a:rPr>
              <a:t>https://github.com/dlgborges/Programacao-em-Python-SENAI-Projeto-Final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460BBC2-A408-4326-804D-E08D186E7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19012"/>
            <a:ext cx="9965267" cy="5171053"/>
          </a:xfrm>
        </p:spPr>
      </p:pic>
    </p:spTree>
    <p:extLst>
      <p:ext uri="{BB962C8B-B14F-4D97-AF65-F5344CB8AC3E}">
        <p14:creationId xmlns:p14="http://schemas.microsoft.com/office/powerpoint/2010/main" val="70803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10FBC-0EE7-4C85-BDDE-DDB6950B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Estilo / Aplicação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BF33FB5-D8F0-477A-A1E1-65D1776FB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0" y="1432365"/>
            <a:ext cx="6493933" cy="5226442"/>
          </a:xfrm>
        </p:spPr>
      </p:pic>
    </p:spTree>
    <p:extLst>
      <p:ext uri="{BB962C8B-B14F-4D97-AF65-F5344CB8AC3E}">
        <p14:creationId xmlns:p14="http://schemas.microsoft.com/office/powerpoint/2010/main" val="172986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742DE-754F-44E3-9803-F288C186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369F0B79-6B93-4E1C-BD22-346D68BE9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512" y="987425"/>
            <a:ext cx="6055552" cy="4873625"/>
          </a:xfr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D86A0E-A138-4C93-8C41-A6D567BBA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O intuito da aplicação é criar uma base unificada dos clientes da empresa para que todas as áreas de negócio tenham acesso aos mesmos dados e possam dar um tratamento singular a cada cliente.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91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2FD8450-0D31-41E2-B4AE-73101831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Áreas de utilização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1D5B32-D363-4138-B288-25C136FC5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Principalmente para gerenciamento de cadastro dos clientes da empresa para que as áreas de negócio possam ter uma comunicação unificada em torno da pessoa do cliente.</a:t>
            </a:r>
          </a:p>
        </p:txBody>
      </p:sp>
    </p:spTree>
    <p:extLst>
      <p:ext uri="{BB962C8B-B14F-4D97-AF65-F5344CB8AC3E}">
        <p14:creationId xmlns:p14="http://schemas.microsoft.com/office/powerpoint/2010/main" val="526486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107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Tema do Office</vt:lpstr>
      <vt:lpstr>XYZ Comércio</vt:lpstr>
      <vt:lpstr>Objetivo</vt:lpstr>
      <vt:lpstr>Requisitos</vt:lpstr>
      <vt:lpstr>Repositório https://github.com/dlgborges/Programacao-em-Python-SENAI-Projeto-Final</vt:lpstr>
      <vt:lpstr>Estilo / Aplicação</vt:lpstr>
      <vt:lpstr>Funcionamento</vt:lpstr>
      <vt:lpstr>Áreas de utilização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XYZ Comércio</dc:title>
  <dc:creator>Aluno</dc:creator>
  <cp:lastModifiedBy>Aluno</cp:lastModifiedBy>
  <cp:revision>2</cp:revision>
  <dcterms:created xsi:type="dcterms:W3CDTF">2025-11-27T00:12:05Z</dcterms:created>
  <dcterms:modified xsi:type="dcterms:W3CDTF">2025-11-27T00:39:37Z</dcterms:modified>
</cp:coreProperties>
</file>